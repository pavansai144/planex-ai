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Planetary Image Analysis System</a:t>
            </a:r>
          </a:p>
          <a:p/>
          <a:p>
            <a:r>
              <a:t>Mini Project Presentation</a:t>
            </a:r>
          </a:p>
          <a:p/>
          <a:p>
            <a:r>
              <a:t>Submitted by: Pavan</a:t>
            </a:r>
          </a:p>
          <a:p>
            <a:r>
              <a:t>Course: B.Tech</a:t>
            </a:r>
          </a:p>
          <a:p>
            <a:r>
              <a:t>Department: ____________</a:t>
            </a:r>
          </a:p>
          <a:p>
            <a:r>
              <a:t>College: ____________</a:t>
            </a:r>
          </a:p>
          <a:p>
            <a:r>
              <a:t>Project Guide: ____________</a:t>
            </a:r>
          </a:p>
          <a:p>
            <a:r>
              <a:t>Academic Year: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of PlanexAI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develop an AI-based web application</a:t>
            </a:r>
          </a:p>
          <a:p>
            <a:r>
              <a:t>• To automatically detect craters in planetary images</a:t>
            </a:r>
          </a:p>
          <a:p>
            <a:r>
              <a:t>• To make planetary image analysis simple and educational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AI and image processing techniques</a:t>
            </a:r>
          </a:p>
          <a:p>
            <a:r>
              <a:t>• Automate crater detection in planetary images</a:t>
            </a:r>
          </a:p>
          <a:p>
            <a:r>
              <a:t>• Provide a user-friendly web interface</a:t>
            </a:r>
          </a:p>
          <a:p>
            <a:r>
              <a:t>• Encourage student learning in AI and space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Planetary images are large and complex</a:t>
            </a:r>
          </a:p>
          <a:p>
            <a:r>
              <a:t>• Manual analysis is time-consuming and inefficient</a:t>
            </a:r>
          </a:p>
          <a:p>
            <a:r>
              <a:t>• Existing tools require expert knowledge</a:t>
            </a:r>
          </a:p>
          <a:p>
            <a:r>
              <a:t>• Lack of beginner-friendly educational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PlanexAI is Required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 ISRO missions like Chandrayaan and Mangalyaan</a:t>
            </a:r>
          </a:p>
          <a:p>
            <a:r>
              <a:t>• Growing demand for AI in space research</a:t>
            </a:r>
          </a:p>
          <a:p>
            <a:r>
              <a:t>• Limited access to advanced analysis software</a:t>
            </a:r>
          </a:p>
          <a:p>
            <a:r>
              <a:t>• Supports Digital India and Atmanirbhar Bharat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PlanexAI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crater detection using AI</a:t>
            </a:r>
          </a:p>
          <a:p>
            <a:r>
              <a:t>• Reduces human effort and human error</a:t>
            </a:r>
          </a:p>
          <a:p>
            <a:r>
              <a:t>• Makes planetary data accessible to students</a:t>
            </a:r>
          </a:p>
          <a:p>
            <a:r>
              <a:t>• Acts as a learning tool for AI + Space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OpenCV</a:t>
            </a:r>
          </a:p>
          <a:p>
            <a:r>
              <a:t>• Flask</a:t>
            </a:r>
          </a:p>
          <a:p>
            <a:r>
              <a:t>• HTML, CSS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PlanexAI simplifies planetary image analysis</a:t>
            </a:r>
          </a:p>
          <a:p>
            <a:r>
              <a:t>• Useful for students and beginner researchers</a:t>
            </a:r>
          </a:p>
          <a:p>
            <a:r>
              <a:t>• Encourages AI-driven space research in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